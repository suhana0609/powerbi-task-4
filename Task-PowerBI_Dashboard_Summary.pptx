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Dashboard Summary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Blue Professional Theme • With KPIs &amp; Chart Values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KPIs (With Values)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• MOM Profit Growth: 0.14%</a:t>
            </a:r>
          </a:p>
          <a:p>
            <a:r>
              <a:t>• Total Profit: 16.89M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Profit by Country (Pie Chart Values)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• France: 2.91M (17.21%)</a:t>
            </a:r>
          </a:p>
          <a:p>
            <a:r>
              <a:t>• Germany: 3.78M (22.38%)</a:t>
            </a:r>
          </a:p>
          <a:p>
            <a:r>
              <a:t>• Canada: 3.33M (approx.)</a:t>
            </a:r>
          </a:p>
          <a:p>
            <a:r>
              <a:t>• United States: 3.68M (21.79%)</a:t>
            </a:r>
          </a:p>
          <a:p>
            <a:r>
              <a:t>• Mexico: 1.53M (20.89%)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Sales by Segment (Bar Chart Values)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• Government: ~55M</a:t>
            </a:r>
          </a:p>
          <a:p>
            <a:r>
              <a:t>• Small Business: ~45M</a:t>
            </a:r>
          </a:p>
          <a:p>
            <a:r>
              <a:t>• Enterprise: ~20M</a:t>
            </a:r>
          </a:p>
          <a:p>
            <a:r>
              <a:t>• Midmarket: ~5M</a:t>
            </a:r>
          </a:p>
          <a:p>
            <a:r>
              <a:t>• Channel Partners: ~1M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Insights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• Germany contributes the highest share of profit.</a:t>
            </a:r>
          </a:p>
          <a:p>
            <a:r>
              <a:t>• Government &amp; Small Business generate the most sales.</a:t>
            </a:r>
          </a:p>
          <a:p>
            <a:r>
              <a:t>• Steady YOY sales growth trend is visible.</a:t>
            </a:r>
          </a:p>
          <a:p>
            <a:r>
              <a:t>• KPIs show stable but slow MOM profit improvement.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